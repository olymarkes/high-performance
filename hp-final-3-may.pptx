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spc="800" kern="0" dirty="0">
                <a:solidFill>
                  <a:srgbClr val="1AB1E0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3 МАЯ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12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spc="-1000" kern="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APRIL</a:t>
            </a:r>
            <a:endParaRPr lang="en-US" sz="280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0"/>
            <a:ext cx="11430000" cy="1005840"/>
          </a:xfrm>
          <a:prstGeom prst="rect">
            <a:avLst/>
          </a:prstGeom>
          <a:solidFill>
            <a:srgbClr val="C9201E"/>
          </a:solidFill>
          <a:ln w="12700">
            <a:solidFill>
              <a:srgbClr val="C920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8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АПРЕЛЬ EBASHILI  ·  МАЙ — 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D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РАЗМИНКА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ВЕСЬ АПРЕЛЬ МЫ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11521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i="1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[ ebashili ]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ВРЕМЯ ПРАЗДНОВАТЬ.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62636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сначала поднимаем голову — потом садимся за дизайн мая.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1AB1E0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ОТКРЫТИЕ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ЗАРЯД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ЧЕРЕЗ</a:t>
            </a:r>
            <a:endParaRPr lang="en-US" sz="9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ПРИЗМУ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3840480" cy="411480"/>
          </a:xfrm>
          <a:prstGeom prst="rect">
            <a:avLst/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5623560"/>
            <a:ext cx="3840480" cy="411480"/>
          </a:xfrm>
          <a:prstGeom prst="rect">
            <a:avLst/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5623560"/>
            <a:ext cx="3383280" cy="411480"/>
          </a:xfrm>
          <a:prstGeom prst="rect">
            <a:avLst/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один белый луч намерения, распавшийся за месяц на спектр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ШЕРИНГ №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ТРИ ТОЧКИ СПЕКТРА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 каждой — где разместился ваш заряд апреля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57600" cy="3291840"/>
          </a:xfrm>
          <a:prstGeom prst="rect">
            <a:avLst/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ПОЛУЧИЛОСЬ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Где мой заряд апреля разгорелся ярче, чем я ожидала. То, что я вижу как точное попадание.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53128" y="3108960"/>
            <a:ext cx="3657600" cy="3291840"/>
          </a:xfrm>
          <a:prstGeom prst="rect">
            <a:avLst/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II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727448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ПРОЖИЛОСЬ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27448" y="4892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Куда заряд зашёл иначе, чем я планировала. Я узнала про себя что-то новое — это уже результат.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57616" y="3108960"/>
            <a:ext cx="3657600" cy="3291840"/>
          </a:xfrm>
          <a:prstGeom prst="rect">
            <a:avLst/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36" y="32004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III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631936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ПОПРОБОВАЛА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31936" y="4892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Куда я хотела, но в апреле не было среды. Это данные о реальности, не вердикт.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2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ПЕРЕХОД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spc="-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ДИЗАЙНИМ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247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МАЙ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spc="6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новый луч начинается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B1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ДИЗАЙН МАЯ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521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СОБИРАЕМ СФЕРЫ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3657600"/>
            <a:ext cx="11521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что нам важно в мае?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612648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(накидываем голосом на звонке)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ВАРИАНТЫ СФЕР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ВО ЧТО ВЛОЖИТЬСЯ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 чём в мае можно делать акцент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9905" y="27432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905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ТЕЛО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8825" y="27432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8825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ПРИРОДА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87745" y="27432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7745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ЖИВОЕ ОБЩЕНИЕ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76665" y="27432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0E0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6665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КАРЬЕРА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905" y="36576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5" y="3657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ОБУЧЕНИЕ + AI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98825" y="36576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8825" y="3657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СМЕЛЫЕ ШАГИ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7745" y="36576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7745" y="3657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ЗАБОТА О СЕБЕ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76665" y="36576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0E0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6665" y="3657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СЕМЬЯ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9905" y="45720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5" y="45720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ТВОРЧЕСТВО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398825" y="45720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8825" y="45720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ДЕНЬГИ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87745" y="45720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7745" y="45720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СРЕДА · ДОМ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76665" y="457200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0E0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6665" y="45720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ВНУТРЕННЕЕ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62636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дописываем свои в чат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ВОПРОСЫ К СЕБЕ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СПРОСИ СЕБЯ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конкретные вопросы по сферам — на бумаге, для себя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9224" y="2286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ТЕЛО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2971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тренировки каждый день?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какие мне нравятся?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какие реально нужны?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286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4256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ЗАБОТА О СЕБЕ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62856" y="2971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массаж раз в неделю?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сон — что улучшит?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где разрешу себе тишину?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9288" y="22860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B1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9288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РАБОТА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47888" y="2971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что важно для успеха?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что нравится делать?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от чего откажусь?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" y="44165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0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45537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СЕМЬЯ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7824" y="510235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что меня наполняет?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что нелегко, но надо?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какой разговор переношу?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34256" y="44165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45537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ОБУЧЕНИЕ + AI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62856" y="510235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что хочу освоить — реально?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на что есть аппетит?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какой инструмент пробую новый?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19288" y="44165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C92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45537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СМЕЛЫЕ ШАГИ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47888" y="510235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на что не решусь?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где жду «подходящего момента»?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один шаг страшный, но мой?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отвечаешь себе — не группе. что отзывается, то и берёшь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400" kern="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ИДЕАЛЬНЫЙ МАЙ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11521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МОЙ ИДЕАЛЬНЫЙ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11521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F5D026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МАЙ</a:t>
            </a:r>
            <a:endParaRPr lang="en-US" sz="2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D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11521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E0E0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ЛЮБОВЬ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0"/>
            <a:ext cx="11521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C9201E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ОБНИМАШКИ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11521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AB1E0"/>
                </a:solidFill>
                <a:latin typeface="Helvetica Neue Condensed Black" pitchFamily="34" charset="0"/>
                <a:ea typeface="Helvetica Neue Condensed Black" pitchFamily="34" charset="-122"/>
                <a:cs typeface="Helvetica Neue Condensed Black" pitchFamily="34" charset="-120"/>
              </a:rPr>
              <a:t>ВЫ САМЫЕ ЛУЧШИЕ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Финальный звонок — High Performance APRIL</dc:title>
  <dc:subject>PptxGenJS Presentation</dc:subject>
  <dc:creator>PptxGenJS</dc:creator>
  <cp:lastModifiedBy>PptxGenJS</cp:lastModifiedBy>
  <cp:revision>1</cp:revision>
  <dcterms:created xsi:type="dcterms:W3CDTF">2026-04-30T08:53:49Z</dcterms:created>
  <dcterms:modified xsi:type="dcterms:W3CDTF">2026-04-30T08:53:49Z</dcterms:modified>
</cp:coreProperties>
</file>